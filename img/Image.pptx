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8"/>
  </p:normalViewPr>
  <p:slideViewPr>
    <p:cSldViewPr snapToGrid="0">
      <p:cViewPr varScale="1">
        <p:scale>
          <a:sx n="117" d="100"/>
          <a:sy n="117" d="100"/>
        </p:scale>
        <p:origin x="3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28617-885D-EADB-BB88-AE90E90910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D16ABC-75BB-CB40-05EC-74198C55C0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D089C-A032-60E4-FF80-CDA79A3F1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63B16-89C1-3740-B6C4-88FB09549C21}" type="datetimeFigureOut">
              <a:rPr lang="en-US" smtClean="0"/>
              <a:t>12/8/22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5BA08-D5B4-A1EA-22A1-4A19C7E6F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B3DB9-29AD-6E1A-16BC-7C2A33E29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F668C-5A81-504B-A9B7-C589B97B9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499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E31E9-F110-E981-11DF-B41032DA2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8C684-1B26-181C-3475-5A95892B1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FC04E-BE14-1110-ADF6-A9E18B4F7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63B16-89C1-3740-B6C4-88FB09549C21}" type="datetimeFigureOut">
              <a:rPr lang="en-US" smtClean="0"/>
              <a:t>12/8/22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E359C-9B3D-0E55-BFDA-F82251C7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FB9CB-30B3-D42B-86C7-D6E08BE67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F668C-5A81-504B-A9B7-C589B97B9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202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D98E5-FAB3-D99F-2977-A6675167A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1FF14C-89B8-CBA5-CA9A-27C986044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C96B8-EA65-4066-571F-22E0EE342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63B16-89C1-3740-B6C4-88FB09549C21}" type="datetimeFigureOut">
              <a:rPr lang="en-US" smtClean="0"/>
              <a:t>12/8/22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60CD5-DD5C-ADD6-0E77-7BCCCDE3E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78869-B5A8-1B8A-09D9-FC8EAB92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F668C-5A81-504B-A9B7-C589B97B9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828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236D3-08C8-6253-1F22-0E1D20966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D6E06-1DA0-5A19-D014-BF3113DD96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8F2115-A2F0-FF60-FD74-99427203D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CA7BA-0D5A-25F1-5F42-25C1D1CB1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63B16-89C1-3740-B6C4-88FB09549C21}" type="datetimeFigureOut">
              <a:rPr lang="en-US" smtClean="0"/>
              <a:t>12/8/22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E2417-1D90-CE3C-2AB2-7507322A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B455E9-C99E-42BC-6FB4-57963933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F668C-5A81-504B-A9B7-C589B97B9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425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664A-74EF-FDE3-FDC8-81586BB50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A76AE-D0FD-4AD5-CF42-E16E2EC38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49BF9F-47BB-8DA5-8D79-903CCED7C5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9B8791-A585-D03B-CE7D-B45B685D62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CA2CF2-5380-6C43-D94F-551333C2EA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936F5E-A41B-F8D5-9763-9EFC04120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63B16-89C1-3740-B6C4-88FB09549C21}" type="datetimeFigureOut">
              <a:rPr lang="en-US" smtClean="0"/>
              <a:t>12/8/22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DC878E-788D-20C5-8DB8-34EFEC931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BF4BE7-DBCF-E956-589A-70CDEEF87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F668C-5A81-504B-A9B7-C589B97B9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411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0AB97-8A44-33F1-157E-BF0A995D8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78A24D-F6D0-DE69-B2D5-5AEB2560A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63B16-89C1-3740-B6C4-88FB09549C21}" type="datetimeFigureOut">
              <a:rPr lang="en-US" smtClean="0"/>
              <a:t>12/8/22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F450F4-2599-50F9-5DEE-EAC539C0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BF12A8-20E8-7A3D-37DF-ABD17130D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F668C-5A81-504B-A9B7-C589B97B9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938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46FAE-610A-D6B9-CC53-0975F87AC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63B16-89C1-3740-B6C4-88FB09549C21}" type="datetimeFigureOut">
              <a:rPr lang="en-US" smtClean="0"/>
              <a:t>12/8/22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763021-D396-3602-6B84-2D7599792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20FFF-FC08-B9CD-82E2-CA924033A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F668C-5A81-504B-A9B7-C589B97B9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348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1492E-B785-DB0C-7362-B05E6A4E5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A5825-DB22-0735-F1D4-D332CB49C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3D55C-8EA4-3132-8B6F-22030A3864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AF3F8-159B-6836-E95A-049F3EABF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63B16-89C1-3740-B6C4-88FB09549C21}" type="datetimeFigureOut">
              <a:rPr lang="en-US" smtClean="0"/>
              <a:t>12/8/22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4E4B40-FAA8-83CB-5F4B-A79EEBDD5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802D94-8B81-5E5E-DA78-A24AB4002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F668C-5A81-504B-A9B7-C589B97B9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780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6AF0D-7311-C066-FB6F-290F814C3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FF0A59-085D-6B70-BDFB-72E18696C7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4FAC2C-EDA2-79C7-2CC7-6833BB419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8AFF22-194C-DFBD-F639-C2C251945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63B16-89C1-3740-B6C4-88FB09549C21}" type="datetimeFigureOut">
              <a:rPr lang="en-US" smtClean="0"/>
              <a:t>12/8/22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133A5-D434-8182-A285-BDF808036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782DA-8C18-9844-441D-268587816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F668C-5A81-504B-A9B7-C589B97B9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201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AE7D3-3714-E1B0-DD65-7CFB219FE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A9B936-F46E-28FE-2643-DEBEE62DEB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F325B-3765-F92C-C7AC-04DDE17DB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63B16-89C1-3740-B6C4-88FB09549C21}" type="datetimeFigureOut">
              <a:rPr lang="en-US" smtClean="0"/>
              <a:t>12/8/22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EA072-E03A-A83A-F9B5-994E04708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D1F45-341F-4EC2-5816-EDCB82168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F668C-5A81-504B-A9B7-C589B97B9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398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115E9D-F5EE-EB3C-AEA1-908829B8CB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2B0AC2-D729-0BBE-F560-1D36B2579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97CDA-8E6B-B1CF-D4A1-85207D910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63B16-89C1-3740-B6C4-88FB09549C21}" type="datetimeFigureOut">
              <a:rPr lang="en-US" smtClean="0"/>
              <a:t>12/8/22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ED9F5D-0B5C-D4B1-9401-6892D59A7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7267B-A462-F85E-E0FF-AC32256DB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F668C-5A81-504B-A9B7-C589B97B9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421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BDA7B3-DC8C-37F9-FD28-16BE8E418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75B5C-1CDA-F07F-6F95-76D09A941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3EF23-360C-6BA3-1013-6E6654EA13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63B16-89C1-3740-B6C4-88FB09549C21}" type="datetimeFigureOut">
              <a:rPr lang="en-US" smtClean="0"/>
              <a:t>12/8/22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7802B-0B28-177F-4EA2-59DBD00AD7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9B06E-6462-8E0D-79F9-EC7C3251B4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F668C-5A81-504B-A9B7-C589B97B9A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566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610328C-B474-9FF6-7EC4-93BE6421B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Tracking Attendance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64C0ED60-3AEB-C5C0-12DD-EBBE737B12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551871"/>
              </p:ext>
            </p:extLst>
          </p:nvPr>
        </p:nvGraphicFramePr>
        <p:xfrm>
          <a:off x="587827" y="2069495"/>
          <a:ext cx="30734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700">
                  <a:extLst>
                    <a:ext uri="{9D8B030D-6E8A-4147-A177-3AD203B41FA5}">
                      <a16:colId xmlns:a16="http://schemas.microsoft.com/office/drawing/2014/main" val="2111948711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596935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Quiz Attempt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526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279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228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777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896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997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345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834032"/>
                  </a:ext>
                </a:extLst>
              </a:tr>
            </a:tbl>
          </a:graphicData>
        </a:graphic>
      </p:graphicFrame>
      <p:sp>
        <p:nvSpPr>
          <p:cNvPr id="8" name="Right Arrow 7">
            <a:extLst>
              <a:ext uri="{FF2B5EF4-FFF2-40B4-BE49-F238E27FC236}">
                <a16:creationId xmlns:a16="http://schemas.microsoft.com/office/drawing/2014/main" id="{331A23C6-03D8-FB9F-25F2-1EC1A7D3E5E1}"/>
              </a:ext>
            </a:extLst>
          </p:cNvPr>
          <p:cNvSpPr/>
          <p:nvPr/>
        </p:nvSpPr>
        <p:spPr>
          <a:xfrm>
            <a:off x="4060371" y="3233057"/>
            <a:ext cx="1066800" cy="6966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604AA1-6F63-7062-68E9-8C5D92EDB83E}"/>
              </a:ext>
            </a:extLst>
          </p:cNvPr>
          <p:cNvSpPr txBox="1"/>
          <p:nvPr/>
        </p:nvSpPr>
        <p:spPr>
          <a:xfrm>
            <a:off x="5578871" y="2448227"/>
            <a:ext cx="103425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/>
              <a:t>…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94F79763-E3B5-27F4-4465-85C1ABD68D59}"/>
              </a:ext>
            </a:extLst>
          </p:cNvPr>
          <p:cNvSpPr/>
          <p:nvPr/>
        </p:nvSpPr>
        <p:spPr>
          <a:xfrm>
            <a:off x="6814457" y="3233057"/>
            <a:ext cx="1066800" cy="6966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Table 7">
            <a:extLst>
              <a:ext uri="{FF2B5EF4-FFF2-40B4-BE49-F238E27FC236}">
                <a16:creationId xmlns:a16="http://schemas.microsoft.com/office/drawing/2014/main" id="{D765EF5E-1EC0-4650-5A6C-1C7E8098E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289329"/>
              </p:ext>
            </p:extLst>
          </p:nvPr>
        </p:nvGraphicFramePr>
        <p:xfrm>
          <a:off x="8332845" y="2676555"/>
          <a:ext cx="3271212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7803">
                  <a:extLst>
                    <a:ext uri="{9D8B030D-6E8A-4147-A177-3AD203B41FA5}">
                      <a16:colId xmlns:a16="http://schemas.microsoft.com/office/drawing/2014/main" val="2111948711"/>
                    </a:ext>
                  </a:extLst>
                </a:gridCol>
                <a:gridCol w="817803">
                  <a:extLst>
                    <a:ext uri="{9D8B030D-6E8A-4147-A177-3AD203B41FA5}">
                      <a16:colId xmlns:a16="http://schemas.microsoft.com/office/drawing/2014/main" val="596935001"/>
                    </a:ext>
                  </a:extLst>
                </a:gridCol>
                <a:gridCol w="817803">
                  <a:extLst>
                    <a:ext uri="{9D8B030D-6E8A-4147-A177-3AD203B41FA5}">
                      <a16:colId xmlns:a16="http://schemas.microsoft.com/office/drawing/2014/main" val="3328737024"/>
                    </a:ext>
                  </a:extLst>
                </a:gridCol>
                <a:gridCol w="817803">
                  <a:extLst>
                    <a:ext uri="{9D8B030D-6E8A-4147-A177-3AD203B41FA5}">
                      <a16:colId xmlns:a16="http://schemas.microsoft.com/office/drawing/2014/main" val="20573078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 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526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279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997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834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392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610328C-B474-9FF6-7EC4-93BE6421B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640"/>
            <a:ext cx="10515600" cy="723446"/>
          </a:xfrm>
        </p:spPr>
        <p:txBody>
          <a:bodyPr/>
          <a:lstStyle/>
          <a:p>
            <a:pPr algn="ctr"/>
            <a:r>
              <a:rPr lang="en-US" dirty="0"/>
              <a:t>Tracking Practice Attempts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64C0ED60-3AEB-C5C0-12DD-EBBE737B12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773796"/>
              </p:ext>
            </p:extLst>
          </p:nvPr>
        </p:nvGraphicFramePr>
        <p:xfrm>
          <a:off x="566055" y="1340150"/>
          <a:ext cx="2525488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744">
                  <a:extLst>
                    <a:ext uri="{9D8B030D-6E8A-4147-A177-3AD203B41FA5}">
                      <a16:colId xmlns:a16="http://schemas.microsoft.com/office/drawing/2014/main" val="2111948711"/>
                    </a:ext>
                  </a:extLst>
                </a:gridCol>
                <a:gridCol w="1262744">
                  <a:extLst>
                    <a:ext uri="{9D8B030D-6E8A-4147-A177-3AD203B41FA5}">
                      <a16:colId xmlns:a16="http://schemas.microsoft.com/office/drawing/2014/main" val="596935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Quiz Attempt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526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279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228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777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997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345817"/>
                  </a:ext>
                </a:extLst>
              </a:tr>
            </a:tbl>
          </a:graphicData>
        </a:graphic>
      </p:graphicFrame>
      <p:graphicFrame>
        <p:nvGraphicFramePr>
          <p:cNvPr id="11" name="Table 7">
            <a:extLst>
              <a:ext uri="{FF2B5EF4-FFF2-40B4-BE49-F238E27FC236}">
                <a16:creationId xmlns:a16="http://schemas.microsoft.com/office/drawing/2014/main" id="{D765EF5E-1EC0-4650-5A6C-1C7E8098E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632398"/>
              </p:ext>
            </p:extLst>
          </p:nvPr>
        </p:nvGraphicFramePr>
        <p:xfrm>
          <a:off x="3284732" y="5129592"/>
          <a:ext cx="579670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118">
                  <a:extLst>
                    <a:ext uri="{9D8B030D-6E8A-4147-A177-3AD203B41FA5}">
                      <a16:colId xmlns:a16="http://schemas.microsoft.com/office/drawing/2014/main" val="2111948711"/>
                    </a:ext>
                  </a:extLst>
                </a:gridCol>
                <a:gridCol w="966118">
                  <a:extLst>
                    <a:ext uri="{9D8B030D-6E8A-4147-A177-3AD203B41FA5}">
                      <a16:colId xmlns:a16="http://schemas.microsoft.com/office/drawing/2014/main" val="3470792007"/>
                    </a:ext>
                  </a:extLst>
                </a:gridCol>
                <a:gridCol w="966118">
                  <a:extLst>
                    <a:ext uri="{9D8B030D-6E8A-4147-A177-3AD203B41FA5}">
                      <a16:colId xmlns:a16="http://schemas.microsoft.com/office/drawing/2014/main" val="1033542005"/>
                    </a:ext>
                  </a:extLst>
                </a:gridCol>
                <a:gridCol w="966118">
                  <a:extLst>
                    <a:ext uri="{9D8B030D-6E8A-4147-A177-3AD203B41FA5}">
                      <a16:colId xmlns:a16="http://schemas.microsoft.com/office/drawing/2014/main" val="232182677"/>
                    </a:ext>
                  </a:extLst>
                </a:gridCol>
                <a:gridCol w="966118">
                  <a:extLst>
                    <a:ext uri="{9D8B030D-6E8A-4147-A177-3AD203B41FA5}">
                      <a16:colId xmlns:a16="http://schemas.microsoft.com/office/drawing/2014/main" val="2848595803"/>
                    </a:ext>
                  </a:extLst>
                </a:gridCol>
                <a:gridCol w="966118">
                  <a:extLst>
                    <a:ext uri="{9D8B030D-6E8A-4147-A177-3AD203B41FA5}">
                      <a16:colId xmlns:a16="http://schemas.microsoft.com/office/drawing/2014/main" val="596935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526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279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997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834032"/>
                  </a:ext>
                </a:extLst>
              </a:tr>
            </a:tbl>
          </a:graphicData>
        </a:graphic>
      </p:graphicFrame>
      <p:graphicFrame>
        <p:nvGraphicFramePr>
          <p:cNvPr id="5" name="Table 7">
            <a:extLst>
              <a:ext uri="{FF2B5EF4-FFF2-40B4-BE49-F238E27FC236}">
                <a16:creationId xmlns:a16="http://schemas.microsoft.com/office/drawing/2014/main" id="{B03EA45D-493E-FFE7-ABE0-196A02D53B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917782"/>
              </p:ext>
            </p:extLst>
          </p:nvPr>
        </p:nvGraphicFramePr>
        <p:xfrm>
          <a:off x="3418112" y="1340150"/>
          <a:ext cx="2525488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744">
                  <a:extLst>
                    <a:ext uri="{9D8B030D-6E8A-4147-A177-3AD203B41FA5}">
                      <a16:colId xmlns:a16="http://schemas.microsoft.com/office/drawing/2014/main" val="2111948711"/>
                    </a:ext>
                  </a:extLst>
                </a:gridCol>
                <a:gridCol w="1262744">
                  <a:extLst>
                    <a:ext uri="{9D8B030D-6E8A-4147-A177-3AD203B41FA5}">
                      <a16:colId xmlns:a16="http://schemas.microsoft.com/office/drawing/2014/main" val="596935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Quiz Attempt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526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279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228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777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997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345817"/>
                  </a:ext>
                </a:extLst>
              </a:tr>
            </a:tbl>
          </a:graphicData>
        </a:graphic>
      </p:graphicFrame>
      <p:graphicFrame>
        <p:nvGraphicFramePr>
          <p:cNvPr id="12" name="Table 7">
            <a:extLst>
              <a:ext uri="{FF2B5EF4-FFF2-40B4-BE49-F238E27FC236}">
                <a16:creationId xmlns:a16="http://schemas.microsoft.com/office/drawing/2014/main" id="{4453B909-9406-7C12-5074-52380E9686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502676"/>
              </p:ext>
            </p:extLst>
          </p:nvPr>
        </p:nvGraphicFramePr>
        <p:xfrm>
          <a:off x="6270169" y="1340150"/>
          <a:ext cx="2525488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744">
                  <a:extLst>
                    <a:ext uri="{9D8B030D-6E8A-4147-A177-3AD203B41FA5}">
                      <a16:colId xmlns:a16="http://schemas.microsoft.com/office/drawing/2014/main" val="2111948711"/>
                    </a:ext>
                  </a:extLst>
                </a:gridCol>
                <a:gridCol w="1262744">
                  <a:extLst>
                    <a:ext uri="{9D8B030D-6E8A-4147-A177-3AD203B41FA5}">
                      <a16:colId xmlns:a16="http://schemas.microsoft.com/office/drawing/2014/main" val="596935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Quiz Attempt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526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279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228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3777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997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345817"/>
                  </a:ext>
                </a:extLst>
              </a:tr>
            </a:tbl>
          </a:graphicData>
        </a:graphic>
      </p:graphicFrame>
      <p:graphicFrame>
        <p:nvGraphicFramePr>
          <p:cNvPr id="13" name="Table 7">
            <a:extLst>
              <a:ext uri="{FF2B5EF4-FFF2-40B4-BE49-F238E27FC236}">
                <a16:creationId xmlns:a16="http://schemas.microsoft.com/office/drawing/2014/main" id="{4D525836-6087-1418-7FBB-2578496D77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1388718"/>
              </p:ext>
            </p:extLst>
          </p:nvPr>
        </p:nvGraphicFramePr>
        <p:xfrm>
          <a:off x="9122226" y="1340150"/>
          <a:ext cx="2525488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744">
                  <a:extLst>
                    <a:ext uri="{9D8B030D-6E8A-4147-A177-3AD203B41FA5}">
                      <a16:colId xmlns:a16="http://schemas.microsoft.com/office/drawing/2014/main" val="2111948711"/>
                    </a:ext>
                  </a:extLst>
                </a:gridCol>
                <a:gridCol w="1262744">
                  <a:extLst>
                    <a:ext uri="{9D8B030D-6E8A-4147-A177-3AD203B41FA5}">
                      <a16:colId xmlns:a16="http://schemas.microsoft.com/office/drawing/2014/main" val="596935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Quiz Attempt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526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1279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228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634581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26BDE54-371E-81BF-5C58-106B9A3E30D6}"/>
              </a:ext>
            </a:extLst>
          </p:cNvPr>
          <p:cNvSpPr txBox="1"/>
          <p:nvPr/>
        </p:nvSpPr>
        <p:spPr>
          <a:xfrm>
            <a:off x="1286022" y="970818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7D478A-C994-E935-65EB-5B3F0C99A10B}"/>
              </a:ext>
            </a:extLst>
          </p:cNvPr>
          <p:cNvSpPr txBox="1"/>
          <p:nvPr/>
        </p:nvSpPr>
        <p:spPr>
          <a:xfrm>
            <a:off x="4091786" y="970818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D2BB50-0B5E-2905-8440-5EAFE5956A71}"/>
              </a:ext>
            </a:extLst>
          </p:cNvPr>
          <p:cNvSpPr txBox="1"/>
          <p:nvPr/>
        </p:nvSpPr>
        <p:spPr>
          <a:xfrm>
            <a:off x="6990136" y="986728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 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70DBE6-2583-EB59-3627-1708604F6991}"/>
              </a:ext>
            </a:extLst>
          </p:cNvPr>
          <p:cNvSpPr txBox="1"/>
          <p:nvPr/>
        </p:nvSpPr>
        <p:spPr>
          <a:xfrm>
            <a:off x="9842193" y="963129"/>
            <a:ext cx="1085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 4</a:t>
            </a: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9B6379CC-003D-3715-631E-32F9415AE68B}"/>
              </a:ext>
            </a:extLst>
          </p:cNvPr>
          <p:cNvSpPr/>
          <p:nvPr/>
        </p:nvSpPr>
        <p:spPr>
          <a:xfrm rot="16200000">
            <a:off x="6014148" y="-1645530"/>
            <a:ext cx="337876" cy="11604171"/>
          </a:xfrm>
          <a:prstGeom prst="leftBrac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D0891709-0177-81AE-C00A-EF34609C520C}"/>
              </a:ext>
            </a:extLst>
          </p:cNvPr>
          <p:cNvSpPr/>
          <p:nvPr/>
        </p:nvSpPr>
        <p:spPr>
          <a:xfrm>
            <a:off x="6019801" y="4363048"/>
            <a:ext cx="326569" cy="6601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80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124</Words>
  <Application>Microsoft Macintosh PowerPoint</Application>
  <PresentationFormat>Widescreen</PresentationFormat>
  <Paragraphs>107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Tracking Attendance</vt:lpstr>
      <vt:lpstr>Tracking Practice Attempts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Tracking Attendance</dc:title>
  <dc:creator>Iverson, Todd</dc:creator>
  <cp:lastModifiedBy>Iverson, Todd</cp:lastModifiedBy>
  <cp:revision>1</cp:revision>
  <dcterms:created xsi:type="dcterms:W3CDTF">2022-12-08T17:02:30Z</dcterms:created>
  <dcterms:modified xsi:type="dcterms:W3CDTF">2022-12-08T19:03:42Z</dcterms:modified>
</cp:coreProperties>
</file>